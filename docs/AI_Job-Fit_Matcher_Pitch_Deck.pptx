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3D7EB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E0A62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exactly how well you match a job — before you hit apply.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Talks 60-Day Claude AI Challenge  |  10-Day Capstone  |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apply blind — with no real signal on fit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B2A4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Objective Signal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can't tell if their resume genuinely matches a job's real requirements.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B2A4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Black Box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Tracking Systems filter resumes on keywords the candidate never sees or optimizes for.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B2A4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Loop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rejection, there's rarely any structured insight into what to actually improve.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insight: as an MCA student applying for SWE/AI roles, this is a problem I face directly every week.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early-career job seekers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/ BCA / engineering graduates applying to SWE, AI/ML, and tech roles — applying often, with limited feedback on fit.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switchers &amp; professionals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3200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 and targeting applications for specific job postings during a career transition.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resume. Paste a job description. Get instant, actionable clarity.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2103120"/>
            <a:ext cx="822960" cy="822960"/>
          </a:xfrm>
          <a:prstGeom prst="ellipse">
            <a:avLst/>
          </a:prstGeom>
          <a:solidFill>
            <a:srgbClr val="3D7EBF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Google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95728"/>
            <a:ext cx="320040" cy="228600"/>
          </a:xfrm>
          <a:prstGeom prst="rightArrow">
            <a:avLst/>
          </a:prstGeom>
          <a:solidFill>
            <a:srgbClr val="E0A62F"/>
          </a:solidFill>
          <a:ln/>
        </p:spPr>
      </p:sp>
      <p:sp>
        <p:nvSpPr>
          <p:cNvPr id="8" name="Shape 6"/>
          <p:cNvSpPr/>
          <p:nvPr/>
        </p:nvSpPr>
        <p:spPr>
          <a:xfrm>
            <a:off x="3502152" y="2103120"/>
            <a:ext cx="822960" cy="822960"/>
          </a:xfrm>
          <a:prstGeom prst="ellipse">
            <a:avLst/>
          </a:prstGeom>
          <a:solidFill>
            <a:srgbClr val="3D7EBF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16352" y="30632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resume (PDF/DOCX)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90872" y="2395728"/>
            <a:ext cx="320040" cy="228600"/>
          </a:xfrm>
          <a:prstGeom prst="rightArrow">
            <a:avLst/>
          </a:prstGeom>
          <a:solidFill>
            <a:srgbClr val="E0A62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9864" y="2103120"/>
            <a:ext cx="822960" cy="822960"/>
          </a:xfrm>
          <a:prstGeom prst="ellipse">
            <a:avLst/>
          </a:prstGeom>
          <a:solidFill>
            <a:srgbClr val="3D7EBF"/>
          </a:solidFill>
          <a:ln/>
        </p:spPr>
      </p:sp>
      <p:sp>
        <p:nvSpPr>
          <p:cNvPr id="13" name="Text 11"/>
          <p:cNvSpPr/>
          <p:nvPr/>
        </p:nvSpPr>
        <p:spPr>
          <a:xfrm>
            <a:off x="576986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84064" y="30632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job description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58584" y="2395728"/>
            <a:ext cx="320040" cy="228600"/>
          </a:xfrm>
          <a:prstGeom prst="rightArrow">
            <a:avLst/>
          </a:prstGeom>
          <a:solidFill>
            <a:srgbClr val="E0A62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37576" y="2103120"/>
            <a:ext cx="822960" cy="822960"/>
          </a:xfrm>
          <a:prstGeom prst="ellipse">
            <a:avLst/>
          </a:prstGeom>
          <a:solidFill>
            <a:srgbClr val="3D7EBF"/>
          </a:solidFill>
          <a:ln/>
        </p:spPr>
      </p:sp>
      <p:sp>
        <p:nvSpPr>
          <p:cNvPr id="17" name="Text 15"/>
          <p:cNvSpPr/>
          <p:nvPr/>
        </p:nvSpPr>
        <p:spPr>
          <a:xfrm>
            <a:off x="803757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51776" y="30632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Fit Score + ATS Report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26296" y="2395728"/>
            <a:ext cx="320040" cy="228600"/>
          </a:xfrm>
          <a:prstGeom prst="rightArrow">
            <a:avLst/>
          </a:prstGeom>
          <a:solidFill>
            <a:srgbClr val="E0A62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05288" y="2103120"/>
            <a:ext cx="822960" cy="822960"/>
          </a:xfrm>
          <a:prstGeom prst="ellipse">
            <a:avLst/>
          </a:prstGeom>
          <a:solidFill>
            <a:srgbClr val="3D7EBF"/>
          </a:solidFill>
          <a:ln/>
        </p:spPr>
      </p:sp>
      <p:sp>
        <p:nvSpPr>
          <p:cNvPr id="21" name="Text 19"/>
          <p:cNvSpPr/>
          <p:nvPr/>
        </p:nvSpPr>
        <p:spPr>
          <a:xfrm>
            <a:off x="10305288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19488" y="30632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history on 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 clear, structured answer to “should I apply — and how do I improve my odds?”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in v1.0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accounts with zero custom password handling.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Upload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3957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DOCX supported, parsed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Score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66760" y="23957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%, matching skills, gap skills, and suggestions.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Compatibility Report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31596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score, missing keywords, section &amp; formatting checks.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Dashboard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0" y="431596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past analysis saved and revisitable.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Polished, Responsive UI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431596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Demo-ready on desktop and mobile.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free-tier, beginner-deployable full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47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947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 + Tailwind CSS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697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NextAuth.js — Google OAuth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47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44728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(Free Tier)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970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Parsing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19709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pdf-parse + mammoth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469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94690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(Free Tier)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967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56967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(Free Tier, GitHub-connected CI/CD)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v2.0 goes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320040" cy="320040"/>
          </a:xfrm>
          <a:prstGeom prst="ellipse">
            <a:avLst/>
          </a:prstGeom>
          <a:solidFill>
            <a:srgbClr val="E0A62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job-listing ingestion from job board APIs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320040" cy="320040"/>
          </a:xfrm>
          <a:prstGeom prst="ellipse">
            <a:avLst/>
          </a:prstGeom>
          <a:solidFill>
            <a:srgbClr val="E0A6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comparison — one resume vs. multiple job descriptions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320040" cy="320040"/>
          </a:xfrm>
          <a:prstGeom prst="ellipse">
            <a:avLst/>
          </a:prstGeom>
          <a:solidFill>
            <a:srgbClr val="E0A62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resume rewriting directly in-app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320040" cy="320040"/>
          </a:xfrm>
          <a:prstGeom prst="ellipse">
            <a:avLst/>
          </a:prstGeom>
          <a:solidFill>
            <a:srgbClr val="E0A6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2519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 for one-click analysis on job pages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320040" cy="320040"/>
          </a:xfrm>
          <a:prstGeom prst="ellipse">
            <a:avLst/>
          </a:prstGeom>
          <a:solidFill>
            <a:srgbClr val="E0A6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Recruiter-facing view for screening multiple candidates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3D7EB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 where no one applies to a job blind — every job seeker knows exactly where they stand, and exactly what to do next.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10-day capstone for the AB Talks 60-Day Claude AI Challenge.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Job-Fit Matcher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2026-07-21T11:10:49Z</dcterms:created>
  <dcterms:modified xsi:type="dcterms:W3CDTF">2026-07-21T11:10:49Z</dcterms:modified>
</cp:coreProperties>
</file>